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Goal for today: by the end you can draw a full environment diagram by hand, including parent pointers. Remind them the midterm asks for exactly this and grades per binding, so partial credit is real. Ask who has seen a closure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live on the board before showing the slide. Stress that x inside f1 shadows the global x — lookup stops at the first frame that has the name. Common student error: assuming lookup walks the call stack. It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 of the week. Every closure question on the midterm reduces to this distinction. Have them say it back: parent is where it was defined, not where it was called.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it slowly. add3 is bound to the adder function object, and that object carries a pointer to f1. When add3(4) runs, f2's parent is f1, so k+n finds n = 3 one hop up. Point out that f1 has returned but is not gone.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up. Tell them the practice set posts tonight and solutions Thursday. The single highest-yield thing they can do before the midterm is draw ten of these by hand without looking at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0515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Diagrams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880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61A · Week 3 · Higher-order functions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3101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remembers where it was born.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97880" y="1143000"/>
            <a:ext cx="2651760" cy="1234440"/>
          </a:xfrm>
          <a:prstGeom prst="roundRect">
            <a:avLst>
              <a:gd name="adj" fmla="val 4444"/>
            </a:avLst>
          </a:prstGeom>
          <a:solidFill>
            <a:srgbClr val="16403F"/>
          </a:solidFill>
          <a:ln w="15875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381" dir="5400000">
              <a:srgbClr val="9AA5A8">
                <a:alpha val="7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897880" y="1188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frame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007608" y="1453896"/>
            <a:ext cx="24323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make_adder  →  func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add3        →  func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97880" y="2697480"/>
            <a:ext cx="2651760" cy="1234440"/>
          </a:xfrm>
          <a:prstGeom prst="roundRect">
            <a:avLst>
              <a:gd name="adj" fmla="val 4444"/>
            </a:avLst>
          </a:prstGeom>
          <a:solidFill>
            <a:srgbClr val="16403F"/>
          </a:solidFill>
          <a:ln w="15875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381" dir="5400000">
              <a:srgbClr val="9AA5A8">
                <a:alpha val="7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897880" y="2743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make_adder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07608" y="3008376"/>
            <a:ext cx="24323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 =  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= Global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23760" y="2395728"/>
            <a:ext cx="0" cy="27432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frame 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 is a table of name→value bindings, plus a link to its parent frame.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 function creates a new frame.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lookup checks the current frame, then its parent, then upward to Global.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of frames reachable from here is the environment.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name isn't here, follow the parent link — never the caller.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40680" y="1234440"/>
            <a:ext cx="3154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76200" dist="381" dir="5400000">
              <a:srgbClr val="9AA5A8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40680" y="12801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frame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550408" y="1545336"/>
            <a:ext cx="29352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  →  func square(x)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     →  10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40680" y="2880360"/>
            <a:ext cx="3154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76200" dist="381" dir="5400000">
              <a:srgbClr val="9AA5A8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440680" y="29260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square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550408" y="3191256"/>
            <a:ext cx="29352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=  4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= Global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013448" y="2624328"/>
            <a:ext cx="0" cy="237744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parent is the def frame, not the call site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749040" cy="2926080"/>
          </a:xfrm>
          <a:prstGeom prst="roundRect">
            <a:avLst>
              <a:gd name="adj" fmla="val 2500"/>
            </a:avLst>
          </a:prstGeom>
          <a:solidFill>
            <a:srgbClr val="FBEDEC"/>
          </a:solidFill>
          <a:ln w="12700">
            <a:solidFill>
              <a:srgbClr val="C973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385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frame's parent is whichever frame was running when the call happened.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closures impossible to explain: the outer call has already returned.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749040" cy="2926080"/>
          </a:xfrm>
          <a:prstGeom prst="roundRect">
            <a:avLst>
              <a:gd name="adj" fmla="val 2500"/>
            </a:avLst>
          </a:prstGeom>
          <a:solidFill>
            <a:srgbClr val="E8F5F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7492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19385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is fixed at def time — the frame that was active when the def statement ran.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880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an inner function still sees the outer function's locals after it returns.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make_adder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4206240" cy="2148840"/>
          </a:xfrm>
          <a:prstGeom prst="roundRect">
            <a:avLst>
              <a:gd name="adj" fmla="val 2553"/>
            </a:avLst>
          </a:prstGeom>
          <a:solidFill>
            <a:srgbClr val="F4F6F6"/>
          </a:solidFill>
          <a:ln w="12700">
            <a:solidFill>
              <a:srgbClr val="D3DC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make_adder(n):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adder(k):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k + 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adder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add3 = make_adder(3)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add3(4)   # 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74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survives because adder's parent is f1, and f1 is still reachable from add3.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66360" y="1143000"/>
            <a:ext cx="3429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76200" dist="381" dir="5400000">
              <a:srgbClr val="9AA5A8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166360" y="11887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frame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276088" y="1453896"/>
            <a:ext cx="32095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make_adder → func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add3       → func adder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66360" y="2377440"/>
            <a:ext cx="3429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76200" dist="381" dir="5400000">
              <a:srgbClr val="9AA5A8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166360" y="24231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make_adder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276088" y="2688336"/>
            <a:ext cx="32095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3   parent = Global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66360" y="3520440"/>
            <a:ext cx="3429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76200" dist="381" dir="5400000">
              <a:srgbClr val="9AA5A8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166360" y="35661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f2: adder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276088" y="3831336"/>
            <a:ext cx="32095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4   parent = f1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0" y="2212848"/>
            <a:ext cx="0" cy="146304"/>
          </a:xfrm>
          <a:prstGeom prst="line">
            <a:avLst/>
          </a:prstGeom>
          <a:noFill/>
          <a:ln w="2032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58000" y="3355848"/>
            <a:ext cx="0" cy="146304"/>
          </a:xfrm>
          <a:prstGeom prst="line">
            <a:avLst/>
          </a:prstGeom>
          <a:noFill/>
          <a:ln w="20320">
            <a:solidFill>
              <a:srgbClr val="0E7C8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exam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533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every frame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4592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code, produce the full diagram. Partial credit is awarded per binding.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21284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19456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parent pointers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48716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unlabelled or wrong parent loses the point even if the values are right.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305409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03580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 closure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328416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sentence: why the returned function still sees n after make_adder returned.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389534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87705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compose(f, g)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169664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function x → f(g(x)). Higher-order in both directions.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2026-09-04T08:41:08Z</dcterms:created>
  <dcterms:modified xsi:type="dcterms:W3CDTF">2026-09-04T08:41:08Z</dcterms:modified>
</cp:coreProperties>
</file>